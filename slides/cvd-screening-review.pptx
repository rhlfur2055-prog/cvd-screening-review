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200" b="1">
                <a:solidFill>
                  <a:srgbClr val="1B1F24"/>
                </a:solidFill>
                <a:latin typeface="Malgun Gothic"/>
              </a:defRPr>
            </a:pPr>
            <a:r>
              <a:t>색각 이상 자가 테스트는</a:t>
            </a:r>
          </a:p>
          <a:p>
            <a:pPr>
              <a:spcAft>
                <a:spcPts val="600"/>
              </a:spcAft>
              <a:defRPr sz="4200" b="1">
                <a:solidFill>
                  <a:srgbClr val="1B1F24"/>
                </a:solidFill>
                <a:latin typeface="Malgun Gothic"/>
              </a:defRPr>
            </a:pPr>
            <a:r>
              <a:t>얼마나 믿을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3"/>
                </a:solidFill>
                <a:latin typeface="Malgun Gothic"/>
              </a:defRPr>
            </a:pPr>
            <a:r>
              <a:t>발표된 유병률·검사 성능 수치를 결합한 양성예측도 분석</a:t>
            </a:r>
          </a:p>
          <a:p>
            <a:pPr>
              <a:spcAft>
                <a:spcPts val="600"/>
              </a:spcAft>
              <a:defRPr sz="2000" b="0">
                <a:solidFill>
                  <a:srgbClr val="555B63"/>
                </a:solidFill>
                <a:latin typeface="Malgun Gothic"/>
              </a:defRPr>
            </a:pPr>
            <a:r>
              <a:t>새 실험 데이터 없음 · 전 계산 재현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질문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온라인·앱 색각 테스트가 널리 퍼져 있다.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유병률이 낮은 집단에서, 알려진 검사 성능으로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'정상'과 '이상' 결과는 각각 얼마나 믿을 만한가?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→ 한국 유병률 × 발표된 민감도·특이도 → PPV·NPV·놓침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입력값은 모두 문헌 출처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한국 성인 유병률  남 6.5% · 여 1.1% · 전체 3.9%  (n=2,686)  — Kim &amp; Ng 2019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숨은 숫자 판 민감도 약 50%  — Birch 1997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변환+소실판 민감도 95.5~99%  — Birch 1997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앱 특이도 최고 95.2% · 최저 54.8%  — Sorkin 2016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가정(†): 인쇄판 특이도 95%, 앱 민감도 95.5% — 출처 없음, 명시함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결과 1 — 특이도가 낮으면 양성의 대부분이 오경보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ppv_vs_specif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524206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앱 특이도 .548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남성 PPV 12.8%†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앱 특이도 .952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남성 PPV 58.0%†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여성은 최고 성능 앱도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PPV 18.1%†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  <a:latin typeface="Malgun Gothic"/>
              </a:defRPr>
            </a:pPr>
            <a:r>
              <a:t>(유병률 1.1%의 결과)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결과 2 — 판 종류가 놓침을 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missed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524206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남성 1,000명당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숨은 숫자 판: 32.5명 놓침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변환+소실판: 2.9명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약 11배(점추정)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한계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• 인쇄판 특이도·앱 민감도는 가정 — 결과에 조건부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• 유병률과 검사 성능이 서로 다른 집단에서 왔음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• 적록 결함 중심, 청황·중증도별 성능 미반영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• 화면 조건 영향은 정성적 근거만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  <a:latin typeface="Malgun Gothic"/>
              </a:defRPr>
            </a:pPr>
            <a:r>
              <a:t>• 5인 리뷰어 패널은 AI 시뮬레이션 자체 점검 — 외부 심사 아님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F24"/>
                </a:solidFill>
                <a:latin typeface="Malgun Gothic"/>
              </a:defRPr>
            </a:pPr>
            <a:r>
              <a:t>결론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1. '정상' 결과는 어떤 판을 썼는지 알아야 해석된다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2. '이상' 결과는 여성·저특이도 앱에서 대부분 오경보로 계산된다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3. 안내 문구: 선별용, 확진은 안과</a:t>
            </a: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</a:p>
          <a:p>
            <a:pPr>
              <a:spcAft>
                <a:spcPts val="600"/>
              </a:spcAft>
              <a:defRPr sz="2400" b="0">
                <a:solidFill>
                  <a:srgbClr val="1B1F24"/>
                </a:solidFill>
                <a:latin typeface="Malgun Gothic"/>
              </a:defRPr>
            </a:pPr>
            <a:r>
              <a:t>코드·데이터·리뷰: github.com/rhlfur2055-prog/cvd-screening-review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